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6500" y="1130498"/>
            <a:ext cx="8678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rKYC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6294" y="1593949"/>
            <a:ext cx="764124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Intelligence Platform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432447" y="2422624"/>
            <a:ext cx="43646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ARGUS™ AI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32782" y="2809875"/>
            <a:ext cx="3751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Risk Grounding &amp; Unified Signal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9136" y="3216176"/>
            <a:ext cx="5942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Corporate Risk Detection with Multi-Agent Neural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1455" y="3733651"/>
            <a:ext cx="1168896" cy="279202"/>
          </a:xfrm>
          <a:prstGeom prst="roundRect">
            <a:avLst>
              <a:gd name="adj" fmla="val 13646"/>
            </a:avLst>
          </a:prstGeom>
          <a:solidFill>
            <a:srgbClr val="E33737">
              <a:alpha val="15000"/>
            </a:srgbClr>
          </a:solidFill>
          <a:ln w="9525">
            <a:solidFill>
              <a:srgbClr val="E337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93380" y="3806577"/>
            <a:ext cx="8619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Defense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01852" y="3733651"/>
            <a:ext cx="1162645" cy="279202"/>
          </a:xfrm>
          <a:prstGeom prst="roundRect">
            <a:avLst>
              <a:gd name="adj" fmla="val 13646"/>
            </a:avLst>
          </a:prstGeom>
          <a:solidFill>
            <a:srgbClr val="E33737">
              <a:alpha val="15000"/>
            </a:srgbClr>
          </a:solidFill>
          <a:ln w="9525">
            <a:solidFill>
              <a:srgbClr val="E337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63777" y="3806577"/>
            <a:ext cx="855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9-Stage Pipeline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65998" y="3733651"/>
            <a:ext cx="946398" cy="279202"/>
          </a:xfrm>
          <a:prstGeom prst="roundRect">
            <a:avLst>
              <a:gd name="adj" fmla="val 13646"/>
            </a:avLst>
          </a:prstGeom>
          <a:solidFill>
            <a:srgbClr val="E33737">
              <a:alpha val="15000"/>
            </a:srgbClr>
          </a:solidFill>
          <a:ln w="9525">
            <a:solidFill>
              <a:srgbClr val="E337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27923" y="3806577"/>
            <a:ext cx="634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Zero-Failure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082576"/>
            <a:ext cx="39964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기업심사 담당자의 Pain Points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511201"/>
            <a:ext cx="3918049" cy="444401"/>
          </a:xfrm>
          <a:prstGeom prst="roundRect">
            <a:avLst>
              <a:gd name="adj" fmla="val 114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38151"/>
            <a:ext cx="3685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모니터링: 뉴스, 공시, 재무제표를 일일이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2057102"/>
            <a:ext cx="3918049" cy="444401"/>
          </a:xfrm>
          <a:prstGeom prst="roundRect">
            <a:avLst>
              <a:gd name="adj" fmla="val 114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184053"/>
            <a:ext cx="3685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탐지 지연: 조기 경고 시그널 놓침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000" y="2603004"/>
            <a:ext cx="3918049" cy="444401"/>
          </a:xfrm>
          <a:prstGeom prst="roundRect">
            <a:avLst>
              <a:gd name="adj" fmla="val 114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2729954"/>
            <a:ext cx="3685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과부하: 하루 수백 건 뉴스 중 중요 정보 선별 어려움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000" y="3148905"/>
            <a:ext cx="3918049" cy="444401"/>
          </a:xfrm>
          <a:prstGeom prst="roundRect">
            <a:avLst>
              <a:gd name="adj" fmla="val 114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3275856"/>
            <a:ext cx="3685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추적 부재: 의사결정 시 출처 확인에 시간 소요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2950" y="1082576"/>
            <a:ext cx="38100" cy="3807023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4951" y="1082576"/>
            <a:ext cx="39964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시장 상황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4951" y="1511201"/>
            <a:ext cx="3918049" cy="936575"/>
          </a:xfrm>
          <a:prstGeom prst="roundRect">
            <a:avLst>
              <a:gd name="adj" fmla="val 542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61218" y="1663601"/>
            <a:ext cx="368551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61218" y="2123926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리스크 모니터링 비율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4951" y="2549277"/>
            <a:ext cx="3918049" cy="1003250"/>
          </a:xfrm>
          <a:prstGeom prst="roundRect">
            <a:avLst>
              <a:gd name="adj" fmla="val 506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61218" y="2701677"/>
            <a:ext cx="368551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2-3일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961218" y="3228677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리스크 인지 지연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4951" y="3654028"/>
            <a:ext cx="3918049" cy="936575"/>
          </a:xfrm>
          <a:prstGeom prst="roundRect">
            <a:avLst>
              <a:gd name="adj" fmla="val 542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61218" y="3806428"/>
            <a:ext cx="368551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61218" y="4266754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환경 변화 탐지 누락률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ARGUS™ AI Engine Core Modules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191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Multi-Agent Neural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1152525"/>
            <a:ext cx="2032099" cy="2330797"/>
          </a:xfrm>
          <a:prstGeom prst="roundRect">
            <a:avLst>
              <a:gd name="adj" fmla="val 31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17450" y="1171575"/>
            <a:ext cx="2032099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401" y="1317575"/>
            <a:ext cx="1813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4401" y="1489025"/>
            <a:ext cx="1813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Detector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4401" y="1752451"/>
            <a:ext cx="181376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 기반 시그널 추출, Entity Recognition, Temporal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76500" y="1152525"/>
            <a:ext cx="2032099" cy="2330797"/>
          </a:xfrm>
          <a:prstGeom prst="roundRect">
            <a:avLst>
              <a:gd name="adj" fmla="val 31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76500" y="1171575"/>
            <a:ext cx="2032099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3450" y="1317575"/>
            <a:ext cx="1813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3450" y="1489025"/>
            <a:ext cx="1813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Builder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3450" y="1752451"/>
            <a:ext cx="181376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Fallback 기업 프로파일링, Zero-Failure 보장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5550" y="1152525"/>
            <a:ext cx="2032099" cy="2330797"/>
          </a:xfrm>
          <a:prstGeom prst="roundRect">
            <a:avLst>
              <a:gd name="adj" fmla="val 31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5550" y="1171575"/>
            <a:ext cx="2032099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0" y="1317575"/>
            <a:ext cx="1813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AEGIS™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2500" y="1489025"/>
            <a:ext cx="1813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2500" y="1752451"/>
            <a:ext cx="181376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4-Layer, Source Verification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94599" y="1152525"/>
            <a:ext cx="2032099" cy="2330797"/>
          </a:xfrm>
          <a:prstGeom prst="roundRect">
            <a:avLst>
              <a:gd name="adj" fmla="val 31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94599" y="1171575"/>
            <a:ext cx="2032099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1550" y="1317575"/>
            <a:ext cx="1813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21550" y="1489025"/>
            <a:ext cx="1813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21550" y="1752451"/>
            <a:ext cx="181376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2000d Vector, HNSW Index, Semantic 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7450" y="3635722"/>
            <a:ext cx="2768650" cy="596801"/>
          </a:xfrm>
          <a:prstGeom prst="roundRect">
            <a:avLst>
              <a:gd name="adj" fmla="val 8512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9253" y="3762673"/>
            <a:ext cx="25650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87601" y="3635722"/>
            <a:ext cx="2768650" cy="596801"/>
          </a:xfrm>
          <a:prstGeom prst="roundRect">
            <a:avLst>
              <a:gd name="adj" fmla="val 851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89404" y="3762673"/>
            <a:ext cx="25650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57751" y="3635722"/>
            <a:ext cx="2768650" cy="596801"/>
          </a:xfrm>
          <a:prstGeom prst="roundRect">
            <a:avLst>
              <a:gd name="adj" fmla="val 851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59554" y="3762673"/>
            <a:ext cx="25650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7450" y="4359473"/>
            <a:ext cx="2051149" cy="530126"/>
          </a:xfrm>
          <a:prstGeom prst="roundRect">
            <a:avLst>
              <a:gd name="adj" fmla="val 958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4663" y="4435673"/>
            <a:ext cx="19367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4663" y="4699099"/>
            <a:ext cx="19367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70100" y="4359473"/>
            <a:ext cx="2051149" cy="530126"/>
          </a:xfrm>
          <a:prstGeom prst="roundRect">
            <a:avLst>
              <a:gd name="adj" fmla="val 958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527313" y="4435673"/>
            <a:ext cx="19367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27313" y="4699099"/>
            <a:ext cx="19367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Zero-Failure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22750" y="4359473"/>
            <a:ext cx="2051149" cy="530126"/>
          </a:xfrm>
          <a:prstGeom prst="roundRect">
            <a:avLst>
              <a:gd name="adj" fmla="val 958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79963" y="4435673"/>
            <a:ext cx="19367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79963" y="4699099"/>
            <a:ext cx="19367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75400" y="4359473"/>
            <a:ext cx="2051149" cy="530126"/>
          </a:xfrm>
          <a:prstGeom prst="roundRect">
            <a:avLst>
              <a:gd name="adj" fmla="val 958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32613" y="4435673"/>
            <a:ext cx="19367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 TTL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32613" y="4699099"/>
            <a:ext cx="19367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427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ARGUS™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526852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Neural Orchestration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999827"/>
            <a:ext cx="1580555" cy="485477"/>
          </a:xfrm>
          <a:prstGeom prst="roundRect">
            <a:avLst>
              <a:gd name="adj" fmla="val 10464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7585" y="1101328"/>
            <a:ext cx="1353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7585" y="1269504"/>
            <a:ext cx="1353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10655" y="1229916"/>
            <a:ext cx="190500" cy="25301"/>
          </a:xfrm>
          <a:prstGeom prst="rect">
            <a:avLst/>
          </a:prstGeom>
          <a:solidFill>
            <a:srgbClr val="AAB7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77355" y="999827"/>
            <a:ext cx="1580555" cy="485477"/>
          </a:xfrm>
          <a:prstGeom prst="roundRect">
            <a:avLst>
              <a:gd name="adj" fmla="val 10464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91039" y="1101328"/>
            <a:ext cx="1353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91039" y="1269504"/>
            <a:ext cx="1353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ARGUS Engine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34110" y="1229916"/>
            <a:ext cx="190500" cy="25301"/>
          </a:xfrm>
          <a:prstGeom prst="rect">
            <a:avLst/>
          </a:prstGeom>
          <a:solidFill>
            <a:srgbClr val="AAB7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00810" y="999827"/>
            <a:ext cx="1580555" cy="485477"/>
          </a:xfrm>
          <a:prstGeom prst="roundRect">
            <a:avLst>
              <a:gd name="adj" fmla="val 1046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14494" y="1101328"/>
            <a:ext cx="1353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14494" y="1269504"/>
            <a:ext cx="1353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54834" y="1586805"/>
            <a:ext cx="25301" cy="126950"/>
          </a:xfrm>
          <a:prstGeom prst="rect">
            <a:avLst/>
          </a:prstGeom>
          <a:solidFill>
            <a:srgbClr val="AAB7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3901" y="1815257"/>
            <a:ext cx="2542282" cy="485477"/>
          </a:xfrm>
          <a:prstGeom prst="roundRect">
            <a:avLst>
              <a:gd name="adj" fmla="val 10464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7967" y="1916757"/>
            <a:ext cx="2334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CHRONOS™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967" y="2084933"/>
            <a:ext cx="2334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9-Stage Orchestration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72383" y="2045345"/>
            <a:ext cx="190500" cy="25301"/>
          </a:xfrm>
          <a:prstGeom prst="rect">
            <a:avLst/>
          </a:prstGeom>
          <a:solidFill>
            <a:srgbClr val="AAB7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39083" y="1815257"/>
            <a:ext cx="2542282" cy="485477"/>
          </a:xfrm>
          <a:prstGeom prst="roundRect">
            <a:avLst>
              <a:gd name="adj" fmla="val 1046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43149" y="1916757"/>
            <a:ext cx="2334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Ensemble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3149" y="2084933"/>
            <a:ext cx="2334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| GPT-5 | Gemini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54834" y="2402235"/>
            <a:ext cx="25301" cy="126950"/>
          </a:xfrm>
          <a:prstGeom prst="rect">
            <a:avLst/>
          </a:prstGeom>
          <a:solidFill>
            <a:srgbClr val="AAB7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3901" y="2630686"/>
            <a:ext cx="2675632" cy="485477"/>
          </a:xfrm>
          <a:prstGeom prst="roundRect">
            <a:avLst>
              <a:gd name="adj" fmla="val 10464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6634" y="2732187"/>
            <a:ext cx="2470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Intelligence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34" y="2900363"/>
            <a:ext cx="2470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sonar-pro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05733" y="2630686"/>
            <a:ext cx="2675632" cy="485477"/>
          </a:xfrm>
          <a:prstGeom prst="roundRect">
            <a:avLst>
              <a:gd name="adj" fmla="val 1046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08466" y="2732187"/>
            <a:ext cx="2470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Engine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466" y="2900363"/>
            <a:ext cx="2470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text-embedding-3-large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71716" y="999827"/>
            <a:ext cx="3018383" cy="3991273"/>
          </a:xfrm>
          <a:prstGeom prst="roundRect">
            <a:avLst>
              <a:gd name="adj" fmla="val 210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24116" y="1152227"/>
            <a:ext cx="27678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24116" y="1406128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12966" y="1469529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SENTINEL™ Signal Detector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24116" y="1697980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12966" y="1761381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PRISM™ Profile Builder (4-Layer)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24116" y="1989832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12966" y="2053233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AEGIS™ Anti-Hallucination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24116" y="2281684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12966" y="2345085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NEXUS™ Context Synthesizer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24116" y="2573536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12966" y="2636937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ORACLE™ Document Intelligence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24116" y="2865388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12966" y="2928789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GUARDIAN™ Resilience System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24116" y="3233440"/>
            <a:ext cx="27678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Specs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24116" y="3487341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12966" y="3550741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Vector: HNSW 2000d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24116" y="3779193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12966" y="3842593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TTL: 7 days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24116" y="4071045"/>
            <a:ext cx="2713583" cy="241102"/>
          </a:xfrm>
          <a:prstGeom prst="roundRect">
            <a:avLst>
              <a:gd name="adj" fmla="val 158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12966" y="4134445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Zero-Failure Guarantee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427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CHRONOS™ 9-Stage Analysis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526852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Risk Signal Detection Workflow | ~22.7s Complete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999827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63426" y="999827"/>
            <a:ext cx="0" cy="653653"/>
          </a:xfrm>
          <a:prstGeom prst="line">
            <a:avLst/>
          </a:prstGeom>
          <a:noFill/>
          <a:ln w="19050">
            <a:solidFill>
              <a:srgbClr val="E33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452" y="1101328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74452" y="1240929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452" y="1409105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Data Load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85652" y="1152227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14252" y="999827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123777" y="999827"/>
            <a:ext cx="0" cy="653653"/>
          </a:xfrm>
          <a:prstGeom prst="line">
            <a:avLst/>
          </a:prstGeom>
          <a:noFill/>
          <a:ln w="19050">
            <a:solidFill>
              <a:srgbClr val="E337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4803" y="1101328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34803" y="1240929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DOC_INGEST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34803" y="1409105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ORACLE™ Parser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46004" y="1152227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4604" y="999827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84129" y="999827"/>
            <a:ext cx="0" cy="653653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5155" y="1101328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95155" y="1269504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95155" y="1437680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PRISM™ 4-Layer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06355" y="1152227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34955" y="999827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844480" y="999827"/>
            <a:ext cx="0" cy="653653"/>
          </a:xfrm>
          <a:prstGeom prst="line">
            <a:avLst/>
          </a:prstGeom>
          <a:noFill/>
          <a:ln w="19050">
            <a:solidFill>
              <a:srgbClr val="E337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5506" y="1101328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55506" y="1240929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55506" y="1409105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Intelligence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66707" y="1152227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3901" y="1729680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63426" y="1729680"/>
            <a:ext cx="0" cy="653653"/>
          </a:xfrm>
          <a:prstGeom prst="line">
            <a:avLst/>
          </a:prstGeom>
          <a:noFill/>
          <a:ln w="19050">
            <a:solidFill>
              <a:srgbClr val="E337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452" y="1831181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4452" y="1970782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452" y="2138958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NEXUS™ Synthesis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85652" y="1882080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14252" y="1729680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123777" y="1729680"/>
            <a:ext cx="0" cy="653653"/>
          </a:xfrm>
          <a:prstGeom prst="line">
            <a:avLst/>
          </a:prstGeom>
          <a:noFill/>
          <a:ln w="19050">
            <a:solidFill>
              <a:srgbClr val="E337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34803" y="1831181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234803" y="1970782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34803" y="2138958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SENTINEL™ Extract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46004" y="1882080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74604" y="1729680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984129" y="1729680"/>
            <a:ext cx="0" cy="653653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95155" y="1831181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 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95155" y="1999357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95155" y="2167533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AEGIS™ Defense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06355" y="1882080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834955" y="1729680"/>
            <a:ext cx="1555552" cy="653653"/>
          </a:xfrm>
          <a:prstGeom prst="roundRect">
            <a:avLst>
              <a:gd name="adj" fmla="val 58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844480" y="1729680"/>
            <a:ext cx="0" cy="653653"/>
          </a:xfrm>
          <a:prstGeom prst="line">
            <a:avLst/>
          </a:prstGeom>
          <a:noFill/>
          <a:ln w="19050">
            <a:solidFill>
              <a:srgbClr val="E337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55506" y="1831181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55506" y="1970782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55506" y="2138958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2000d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66707" y="1882080"/>
            <a:ext cx="155448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53901" y="2459534"/>
            <a:ext cx="1555552" cy="625078"/>
          </a:xfrm>
          <a:prstGeom prst="roundRect">
            <a:avLst>
              <a:gd name="adj" fmla="val 609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263426" y="2459534"/>
            <a:ext cx="0" cy="625078"/>
          </a:xfrm>
          <a:prstGeom prst="line">
            <a:avLst/>
          </a:prstGeom>
          <a:noFill/>
          <a:ln w="19050">
            <a:solidFill>
              <a:srgbClr val="E337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452" y="2561034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74452" y="2700635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74452" y="2868811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Gen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3901" y="3211562"/>
            <a:ext cx="2794099" cy="666601"/>
          </a:xfrm>
          <a:prstGeom prst="roundRect">
            <a:avLst>
              <a:gd name="adj" fmla="val 76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80851" y="3338513"/>
            <a:ext cx="259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Ensemble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80851" y="3522613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 → GPT-5 → Gemini 3 Pro (3-Tier Fallback)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174950" y="3211562"/>
            <a:ext cx="2794099" cy="666601"/>
          </a:xfrm>
          <a:prstGeom prst="roundRect">
            <a:avLst>
              <a:gd name="adj" fmla="val 76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301901" y="3338513"/>
            <a:ext cx="259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GUARDIAN™ Resilience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01901" y="3522613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(threshold=3), Rate Limiter, Auto Recovery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096000" y="3211562"/>
            <a:ext cx="2794099" cy="666601"/>
          </a:xfrm>
          <a:prstGeom prst="roundRect">
            <a:avLst>
              <a:gd name="adj" fmla="val 76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222950" y="3338513"/>
            <a:ext cx="259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Engine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22950" y="3522613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HNSW 2000d, Cosine Similarity, Case-Based Reasoning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427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AEGIS™ Anti-Hallucination Defense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526852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Fact Verification System | 4-Layer Defense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9998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168003"/>
            <a:ext cx="1814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351" y="1098203"/>
            <a:ext cx="42569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Verification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2351" y="1275904"/>
            <a:ext cx="4256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Validator, Domain Credibility Scorer (T1~T4)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1609279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501" y="1777454"/>
            <a:ext cx="1814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351" y="1707654"/>
            <a:ext cx="42569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Guardrails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2351" y="1885355"/>
            <a:ext cx="4256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"Return null if uncertain" Policy, Schema Compliance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21873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501" y="2386905"/>
            <a:ext cx="1814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2351" y="2317105"/>
            <a:ext cx="42569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(Gemini)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2351" y="2494806"/>
            <a:ext cx="4256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Detector, Jaccard Similarity &gt;= 0.7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282818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501" y="2996357"/>
            <a:ext cx="1814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2351" y="2926556"/>
            <a:ext cx="42569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2351" y="3104257"/>
            <a:ext cx="4256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Tracker, field_provenance, LLM Audit Log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16289" y="999827"/>
            <a:ext cx="3510260" cy="3991273"/>
          </a:xfrm>
          <a:prstGeom prst="roundRect">
            <a:avLst>
              <a:gd name="adj" fmla="val 180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36635" y="1152227"/>
            <a:ext cx="326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PRISM™ Multi-Agent Orchestrator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68689" y="1406128"/>
            <a:ext cx="3205460" cy="241102"/>
          </a:xfrm>
          <a:prstGeom prst="roundRect">
            <a:avLst>
              <a:gd name="adj" fmla="val 1580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70190" y="1469529"/>
            <a:ext cx="3062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Intelligent Cache (7d TTL)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68689" y="1697980"/>
            <a:ext cx="3205460" cy="241102"/>
          </a:xfrm>
          <a:prstGeom prst="roundRect">
            <a:avLst>
              <a:gd name="adj" fmla="val 1580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70190" y="1761381"/>
            <a:ext cx="3062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Perplexity Search Agent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68689" y="1989832"/>
            <a:ext cx="3205460" cy="241102"/>
          </a:xfrm>
          <a:prstGeom prst="roundRect">
            <a:avLst>
              <a:gd name="adj" fmla="val 1580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70190" y="2053233"/>
            <a:ext cx="3062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1.5: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Gemini Validation Agent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68689" y="2281684"/>
            <a:ext cx="3205460" cy="241102"/>
          </a:xfrm>
          <a:prstGeom prst="roundRect">
            <a:avLst>
              <a:gd name="adj" fmla="val 1580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70190" y="2345085"/>
            <a:ext cx="3062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Consensus Engine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8689" y="2573536"/>
            <a:ext cx="3205460" cy="241102"/>
          </a:xfrm>
          <a:prstGeom prst="roundRect">
            <a:avLst>
              <a:gd name="adj" fmla="val 1580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70190" y="2636937"/>
            <a:ext cx="3062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Rule-Based Merge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68689" y="2865388"/>
            <a:ext cx="3205460" cy="241102"/>
          </a:xfrm>
          <a:prstGeom prst="roundRect">
            <a:avLst>
              <a:gd name="adj" fmla="val 1580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70190" y="2928789"/>
            <a:ext cx="3062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Graceful Degradation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Types and Event Classification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17450" y="1000125"/>
            <a:ext cx="2734717" cy="3952875"/>
          </a:xfrm>
          <a:prstGeom prst="roundRect">
            <a:avLst>
              <a:gd name="adj" fmla="val 2786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1152525"/>
            <a:ext cx="24785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9850" y="1473101"/>
            <a:ext cx="24785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내부 직접 변동 시그널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50" y="1746052"/>
            <a:ext cx="2429917" cy="1612702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351" y="188565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KYC_REFRESH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351" y="205710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INTERNAL_RISK_GRADE_CHANGE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351" y="222855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OVERDUE_FLAG_ON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351" y="240000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LOAN_EXPOSURE_CHANGE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351" y="257145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COLLATERAL_CHANGE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351" y="274290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OWNERSHIP_CHANGE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351" y="291435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GOVERNANCE_CHANGE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351" y="308580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FINANCIAL_STATEMENT_UPDATE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850" y="3460254"/>
            <a:ext cx="1183332" cy="260152"/>
          </a:xfrm>
          <a:prstGeom prst="roundRect">
            <a:avLst>
              <a:gd name="adj" fmla="val 14645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2686" y="3523655"/>
            <a:ext cx="1077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16584" y="3460254"/>
            <a:ext cx="1183332" cy="260152"/>
          </a:xfrm>
          <a:prstGeom prst="roundRect">
            <a:avLst>
              <a:gd name="adj" fmla="val 1464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69419" y="3523655"/>
            <a:ext cx="1077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4567" y="1000125"/>
            <a:ext cx="2734717" cy="3952875"/>
          </a:xfrm>
          <a:prstGeom prst="roundRect">
            <a:avLst>
              <a:gd name="adj" fmla="val 2786"/>
            </a:avLst>
          </a:prstGeom>
          <a:solidFill>
            <a:srgbClr val="FEF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56967" y="1152525"/>
            <a:ext cx="24785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56967" y="1473101"/>
            <a:ext cx="24785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업종/산업 전반 영향 시그널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6967" y="1746052"/>
            <a:ext cx="2429917" cy="1174552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58468" y="188565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INDUSTRY_SHOCK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58468" y="20571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규제 변화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58468" y="22476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동향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58468" y="24381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 가격 변동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58468" y="26286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수요/공급 변화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6967" y="3022104"/>
            <a:ext cx="767655" cy="260152"/>
          </a:xfrm>
          <a:prstGeom prst="roundRect">
            <a:avLst>
              <a:gd name="adj" fmla="val 14645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13959" y="3085505"/>
            <a:ext cx="653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88023" y="3022104"/>
            <a:ext cx="767655" cy="260152"/>
          </a:xfrm>
          <a:prstGeom prst="roundRect">
            <a:avLst>
              <a:gd name="adj" fmla="val 14645"/>
            </a:avLst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245016" y="3085505"/>
            <a:ext cx="653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19080" y="3022104"/>
            <a:ext cx="767655" cy="260152"/>
          </a:xfrm>
          <a:prstGeom prst="roundRect">
            <a:avLst>
              <a:gd name="adj" fmla="val 1464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76072" y="3085505"/>
            <a:ext cx="653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91684" y="1000125"/>
            <a:ext cx="2734717" cy="3952875"/>
          </a:xfrm>
          <a:prstGeom prst="roundRect">
            <a:avLst>
              <a:gd name="adj" fmla="val 278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44084" y="1152525"/>
            <a:ext cx="24785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244084" y="1473101"/>
            <a:ext cx="24785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거시환경/정책 시그널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44084" y="1746052"/>
            <a:ext cx="2429917" cy="1174552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45585" y="1885652"/>
            <a:ext cx="2271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POLICY_REGULATION_CHANGE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45585" y="20571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지정학적 리스크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45585" y="22476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환율/금리 변동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45585" y="24381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무역 규제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45585" y="2628602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기후/에너지 정책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44084" y="3022104"/>
            <a:ext cx="1183332" cy="260152"/>
          </a:xfrm>
          <a:prstGeom prst="roundRect">
            <a:avLst>
              <a:gd name="adj" fmla="val 14645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96919" y="3085505"/>
            <a:ext cx="1077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0817" y="3022104"/>
            <a:ext cx="1183332" cy="260152"/>
          </a:xfrm>
          <a:prstGeom prst="roundRect">
            <a:avLst>
              <a:gd name="adj" fmla="val 14645"/>
            </a:avLst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543653" y="3085505"/>
            <a:ext cx="1077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(PostgreSQL + pgvector)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17450" y="911126"/>
            <a:ext cx="5313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Master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1114276"/>
            <a:ext cx="477441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8951" y="1165027"/>
            <a:ext cx="27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5641" y="1114276"/>
            <a:ext cx="1231999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7142" y="1165027"/>
            <a:ext cx="1049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industry_master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1450628"/>
            <a:ext cx="5313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7450" y="1653778"/>
            <a:ext cx="957560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8951" y="1704529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rkyc_signal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761" y="1653778"/>
            <a:ext cx="1369070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27262" y="1704529"/>
            <a:ext cx="1189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rkyc_signal_index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5581" y="1653778"/>
            <a:ext cx="1094780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47082" y="1704529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rkyc_evidence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7450" y="1939379"/>
            <a:ext cx="1643509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8951" y="1990130"/>
            <a:ext cx="14693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rkyc_signal_embedding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450" y="2275731"/>
            <a:ext cx="5313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7450" y="2478881"/>
            <a:ext cx="1712119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8951" y="2529632"/>
            <a:ext cx="153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rkyc_internal_snapshot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80320" y="2478881"/>
            <a:ext cx="1094780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81820" y="2529632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rkyc_document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5850" y="2478881"/>
            <a:ext cx="820341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27350" y="2529632"/>
            <a:ext cx="62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rkyc_fact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7450" y="2815233"/>
            <a:ext cx="5313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 Profiling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7450" y="3018383"/>
            <a:ext cx="1369070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18951" y="3069134"/>
            <a:ext cx="1189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rkyc_corp_profile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7450" y="3354735"/>
            <a:ext cx="5313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Intelligence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7450" y="3557885"/>
            <a:ext cx="1437680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8951" y="3608636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rkyc_external_news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05880" y="3557885"/>
            <a:ext cx="1437680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907381" y="3608636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rkyc_llm_audit_log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7450" y="3894237"/>
            <a:ext cx="5313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7450" y="4097387"/>
            <a:ext cx="751731" cy="234851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8951" y="4148137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rkyc_job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16935" y="911126"/>
            <a:ext cx="3109615" cy="4079974"/>
          </a:xfrm>
          <a:prstGeom prst="roundRect">
            <a:avLst>
              <a:gd name="adj" fmla="val 245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69335" y="1063526"/>
            <a:ext cx="2860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69335" y="1361926"/>
            <a:ext cx="2804815" cy="304800"/>
          </a:xfrm>
          <a:prstGeom prst="roundRect">
            <a:avLst>
              <a:gd name="adj" fmla="val 125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70836" y="1438126"/>
            <a:ext cx="265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HNSW 2000d 벡터 인덱스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69335" y="1717477"/>
            <a:ext cx="2804815" cy="285750"/>
          </a:xfrm>
          <a:prstGeom prst="roundRect">
            <a:avLst>
              <a:gd name="adj" fmla="val 1333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70836" y="1793677"/>
            <a:ext cx="265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Denormalized signal_index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69335" y="2053977"/>
            <a:ext cx="2804815" cy="285750"/>
          </a:xfrm>
          <a:prstGeom prst="roundRect">
            <a:avLst>
              <a:gd name="adj" fmla="val 1333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70836" y="2130177"/>
            <a:ext cx="265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Pointer Evidence ref_value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69335" y="2390477"/>
            <a:ext cx="2804815" cy="304800"/>
          </a:xfrm>
          <a:prstGeom prst="roundRect">
            <a:avLst>
              <a:gd name="adj" fmla="val 125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70836" y="2466677"/>
            <a:ext cx="265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필드별 출처 추적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69335" y="2746028"/>
            <a:ext cx="2804815" cy="304800"/>
          </a:xfrm>
          <a:prstGeom prst="roundRect">
            <a:avLst>
              <a:gd name="adj" fmla="val 125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970836" y="2822228"/>
            <a:ext cx="265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Enums 타입 안전성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69335" y="3101578"/>
            <a:ext cx="2804815" cy="285750"/>
          </a:xfrm>
          <a:prstGeom prst="roundRect">
            <a:avLst>
              <a:gd name="adj" fmla="val 1333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70836" y="3177778"/>
            <a:ext cx="265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pgbouncer Transaction mode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427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GUARDIAN™ Security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526852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2-Track LLM Isolation | Financial-Grade Data Protection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999827"/>
            <a:ext cx="3116461" cy="3991273"/>
          </a:xfrm>
          <a:prstGeom prst="roundRect">
            <a:avLst>
              <a:gd name="adj" fmla="val 203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126778"/>
            <a:ext cx="29198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LLM Track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4401" y="1403003"/>
            <a:ext cx="2919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Processing Only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4401" y="1637854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5902" y="1714054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sonar-pro (Web Intel)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4401" y="1974354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5902" y="2050554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 (External Analysis)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4401" y="2310854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5902" y="2387054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 (Cross-validation)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4401" y="2647355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5902" y="2723555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News, Filings, Market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86311" y="999827"/>
            <a:ext cx="3116461" cy="3991273"/>
          </a:xfrm>
          <a:prstGeom prst="roundRect">
            <a:avLst>
              <a:gd name="adj" fmla="val 2038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13262" y="1126778"/>
            <a:ext cx="29198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LLM Track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13262" y="1403003"/>
            <a:ext cx="2919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Processing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13262" y="1637854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14763" y="1714054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API-based Isolation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13262" y="1974354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14763" y="2050554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Azure Private Cloud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13262" y="2310854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14763" y="2387054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On-Premise Llama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13262" y="2647355"/>
            <a:ext cx="286256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14763" y="2723555"/>
            <a:ext cx="271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Financials, KYC, Credit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5172" y="999827"/>
            <a:ext cx="1971377" cy="3991273"/>
          </a:xfrm>
          <a:prstGeom prst="roundRect">
            <a:avLst>
              <a:gd name="adj" fmla="val 32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82123" y="1126778"/>
            <a:ext cx="17518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Audit Log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2123" y="1380679"/>
            <a:ext cx="1717477" cy="215801"/>
          </a:xfrm>
          <a:prstGeom prst="roundRect">
            <a:avLst>
              <a:gd name="adj" fmla="val 1765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70973" y="1431429"/>
            <a:ext cx="1570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+ Trace ID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82123" y="1634579"/>
            <a:ext cx="1717477" cy="215801"/>
          </a:xfrm>
          <a:prstGeom prst="roundRect">
            <a:avLst>
              <a:gd name="adj" fmla="val 1765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70973" y="1685330"/>
            <a:ext cx="1570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 + 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82123" y="1888480"/>
            <a:ext cx="1717477" cy="215801"/>
          </a:xfrm>
          <a:prstGeom prst="roundRect">
            <a:avLst>
              <a:gd name="adj" fmla="val 1765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70973" y="1939230"/>
            <a:ext cx="1570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 (I/O)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82123" y="2142381"/>
            <a:ext cx="1717477" cy="215801"/>
          </a:xfrm>
          <a:prstGeom prst="roundRect">
            <a:avLst>
              <a:gd name="adj" fmla="val 1765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070973" y="2193131"/>
            <a:ext cx="1570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82123" y="2396282"/>
            <a:ext cx="1717477" cy="215801"/>
          </a:xfrm>
          <a:prstGeom prst="roundRect">
            <a:avLst>
              <a:gd name="adj" fmla="val 1765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070973" y="2447032"/>
            <a:ext cx="1570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Request/Response Hash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82123" y="2718346"/>
            <a:ext cx="1717477" cy="0"/>
          </a:xfrm>
          <a:prstGeom prst="line">
            <a:avLst/>
          </a:prstGeom>
          <a:noFill/>
          <a:ln w="9525">
            <a:solidFill>
              <a:srgbClr val="2E40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2123" y="2824609"/>
            <a:ext cx="1751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Roadmap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82123" y="3021360"/>
            <a:ext cx="17518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Protection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82123" y="3141911"/>
            <a:ext cx="17518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(10/min)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982123" y="3262461"/>
            <a:ext cx="17518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Labels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5" y="885974"/>
            <a:ext cx="248914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123178" y="1638449"/>
            <a:ext cx="28974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ARGUS™ AI Engine in 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15818" y="1978075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3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Multi-Agent Neural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19101" y="2501950"/>
            <a:ext cx="2336899" cy="682526"/>
          </a:xfrm>
          <a:prstGeom prst="roundRect">
            <a:avLst>
              <a:gd name="adj" fmla="val 93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54711" y="2654350"/>
            <a:ext cx="1865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54711" y="2860625"/>
            <a:ext cx="1865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rkyc-wine.vercel.app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73451" y="2501950"/>
            <a:ext cx="3251448" cy="682526"/>
          </a:xfrm>
          <a:prstGeom prst="roundRect">
            <a:avLst>
              <a:gd name="adj" fmla="val 93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99915" y="2654350"/>
            <a:ext cx="27985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99915" y="2860625"/>
            <a:ext cx="2798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rkyc-production.up.railway.app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1526" y="3987701"/>
            <a:ext cx="7415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56956" y="3987701"/>
            <a:ext cx="4249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6637" y="3987701"/>
            <a:ext cx="6482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97222" y="3987701"/>
            <a:ext cx="6697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9223" y="3987701"/>
            <a:ext cx="6624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rKYC System Architecture</dc:title>
  <dc:subject>Hackathon Demo Presentation</dc:subject>
  <dc:creator>rKYC Team</dc:creator>
  <cp:lastModifiedBy>rKYC Team</cp:lastModifiedBy>
  <cp:revision>1</cp:revision>
  <dcterms:created xsi:type="dcterms:W3CDTF">2026-01-19T22:44:50Z</dcterms:created>
  <dcterms:modified xsi:type="dcterms:W3CDTF">2026-01-19T22:44:50Z</dcterms:modified>
</cp:coreProperties>
</file>