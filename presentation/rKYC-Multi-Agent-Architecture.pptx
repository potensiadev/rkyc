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99" y="381000"/>
            <a:ext cx="736550" cy="323850"/>
          </a:xfrm>
          <a:prstGeom prst="roundRect">
            <a:avLst>
              <a:gd name="adj" fmla="val 15686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7200" y="457200"/>
            <a:ext cx="388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rKYC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0626" y="1298674"/>
            <a:ext cx="700259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Architecture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449467" y="2095500"/>
            <a:ext cx="42450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실패하지 않는 금융 리스크 분석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346543" y="2819400"/>
            <a:ext cx="44509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"4-Layer Fallback x 3-Agent 병렬처리 x 58% 속도 개선"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13149" y="3692426"/>
            <a:ext cx="1037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92241" y="3692426"/>
            <a:ext cx="17733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Really Know Your Customer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8076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기존 KYC 시스템의 한계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91977"/>
            <a:ext cx="398988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문제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720602"/>
            <a:ext cx="3911650" cy="518071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1720602"/>
            <a:ext cx="0" cy="518071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500" y="1873002"/>
            <a:ext cx="36206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의존으로 API 장애 시 전체 서비스 중단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391073"/>
            <a:ext cx="3911650" cy="518071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6525" y="2391073"/>
            <a:ext cx="0" cy="518071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500" y="2543473"/>
            <a:ext cx="36206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순차 처리로 분석 시간 2분+ 소요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061543"/>
            <a:ext cx="3911650" cy="518071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6525" y="3061543"/>
            <a:ext cx="0" cy="518071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500" y="3213943"/>
            <a:ext cx="36206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정보 검색 신뢰도 검증 부재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4400" y="1291977"/>
            <a:ext cx="3911650" cy="831652"/>
          </a:xfrm>
          <a:prstGeom prst="roundRect">
            <a:avLst>
              <a:gd name="adj" fmla="val 916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02101" y="1469678"/>
            <a:ext cx="96790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03429" y="1607790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분석 소요 시간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2276029"/>
            <a:ext cx="3911650" cy="444401"/>
          </a:xfrm>
          <a:prstGeom prst="roundRect">
            <a:avLst>
              <a:gd name="adj" fmla="val 1428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02101" y="2402979"/>
            <a:ext cx="36273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Hallucination 위험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4400" y="2872829"/>
            <a:ext cx="3911650" cy="444401"/>
          </a:xfrm>
          <a:prstGeom prst="roundRect">
            <a:avLst>
              <a:gd name="adj" fmla="val 1428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02101" y="2999780"/>
            <a:ext cx="36273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초과 시 서비스 불가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4400" y="3469630"/>
            <a:ext cx="3911650" cy="444401"/>
          </a:xfrm>
          <a:prstGeom prst="roundRect">
            <a:avLst>
              <a:gd name="adj" fmla="val 1428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02101" y="3596580"/>
            <a:ext cx="36273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출처 추적 불가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2402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38085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Multi-Agent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85552"/>
            <a:ext cx="2590949" cy="1885057"/>
          </a:xfrm>
          <a:prstGeom prst="roundRect">
            <a:avLst>
              <a:gd name="adj" fmla="val 5390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09365"/>
            <a:ext cx="259094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51" y="1310878"/>
            <a:ext cx="22802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651" y="1714054"/>
            <a:ext cx="22802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Fallback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651" y="1987004"/>
            <a:ext cx="2280258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- Search - Synthesis - Rule-Based - Graceful Degradation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651" y="2519958"/>
            <a:ext cx="868710" cy="244376"/>
          </a:xfrm>
          <a:prstGeom prst="roundRect">
            <a:avLst>
              <a:gd name="adj" fmla="val 1559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152" y="2570708"/>
            <a:ext cx="679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실패 없음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76600" y="1085552"/>
            <a:ext cx="2590949" cy="1885057"/>
          </a:xfrm>
          <a:prstGeom prst="roundRect">
            <a:avLst>
              <a:gd name="adj" fmla="val 5390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76600" y="1109365"/>
            <a:ext cx="259094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4301" y="1310878"/>
            <a:ext cx="22802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54301" y="1714054"/>
            <a:ext cx="22802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3-Agent 병렬처리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4301" y="2015579"/>
            <a:ext cx="2280258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/ Industry / Environment Agent가 동시 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4301" y="2548533"/>
            <a:ext cx="868859" cy="244376"/>
          </a:xfrm>
          <a:prstGeom prst="roundRect">
            <a:avLst>
              <a:gd name="adj" fmla="val 1559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5802" y="2599283"/>
            <a:ext cx="679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속도 향상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5250" y="1085552"/>
            <a:ext cx="2590949" cy="1885057"/>
          </a:xfrm>
          <a:prstGeom prst="roundRect">
            <a:avLst>
              <a:gd name="adj" fmla="val 5390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45250" y="1109365"/>
            <a:ext cx="259094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950" y="1310878"/>
            <a:ext cx="22802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22950" y="1714054"/>
            <a:ext cx="22802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2-Track Search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2950" y="1987004"/>
            <a:ext cx="2280258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Primary + Gemini Grounding Fallback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22950" y="2519958"/>
            <a:ext cx="868710" cy="244376"/>
          </a:xfrm>
          <a:prstGeom prst="roundRect">
            <a:avLst>
              <a:gd name="adj" fmla="val 1559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24451" y="2570708"/>
            <a:ext cx="679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비용 없음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7950" y="3376910"/>
            <a:ext cx="8128099" cy="749201"/>
          </a:xfrm>
          <a:prstGeom prst="roundRect">
            <a:avLst>
              <a:gd name="adj" fmla="val 1356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88812" y="3529310"/>
            <a:ext cx="4988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188812" y="3821311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개선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84219" y="3529310"/>
            <a:ext cx="6612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84219" y="3821311"/>
            <a:ext cx="661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가용성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0915" y="3529310"/>
            <a:ext cx="6154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0915" y="3821311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분석당 비용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40630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3-Layer Multi-Agent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955477"/>
            <a:ext cx="8128099" cy="533102"/>
          </a:xfrm>
          <a:prstGeom prst="roundRect">
            <a:avLst>
              <a:gd name="adj" fmla="val 142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1104602"/>
            <a:ext cx="603349" cy="234851"/>
          </a:xfrm>
          <a:prstGeom prst="roundRect">
            <a:avLst>
              <a:gd name="adj" fmla="val 16223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152" y="1155353"/>
            <a:ext cx="408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6701" y="1082427"/>
            <a:ext cx="1632347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03177" y="1155353"/>
            <a:ext cx="1386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 Profiling Orchestrator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549" y="1145828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799" y="1082427"/>
            <a:ext cx="1117997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78275" y="1155353"/>
            <a:ext cx="8619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Fallback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12905" y="1150590"/>
            <a:ext cx="1678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시그널 정확도 향상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950" y="1590080"/>
            <a:ext cx="8128099" cy="533102"/>
          </a:xfrm>
          <a:prstGeom prst="roundRect">
            <a:avLst>
              <a:gd name="adj" fmla="val 142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651" y="1739205"/>
            <a:ext cx="603349" cy="234851"/>
          </a:xfrm>
          <a:prstGeom prst="roundRect">
            <a:avLst>
              <a:gd name="adj" fmla="val 16223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7152" y="1789956"/>
            <a:ext cx="408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6701" y="1717030"/>
            <a:ext cx="870198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03177" y="1789956"/>
            <a:ext cx="609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DirectAgent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38400" y="1717030"/>
            <a:ext cx="978247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74875" y="1789956"/>
            <a:ext cx="719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IndustryAgent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18148" y="1717030"/>
            <a:ext cx="1213396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4623" y="1789956"/>
            <a:ext cx="9592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07312" y="1785193"/>
            <a:ext cx="1174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3-Agent 병렬 시그널 추출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950" y="2224683"/>
            <a:ext cx="8128099" cy="533102"/>
          </a:xfrm>
          <a:prstGeom prst="roundRect">
            <a:avLst>
              <a:gd name="adj" fmla="val 142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651" y="2373809"/>
            <a:ext cx="603349" cy="234851"/>
          </a:xfrm>
          <a:prstGeom prst="roundRect">
            <a:avLst>
              <a:gd name="adj" fmla="val 1622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7152" y="2424559"/>
            <a:ext cx="408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6701" y="2351633"/>
            <a:ext cx="774799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03177" y="2424559"/>
            <a:ext cx="5118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43001" y="2415034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84252" y="2351633"/>
            <a:ext cx="1200596" cy="279202"/>
          </a:xfrm>
          <a:prstGeom prst="roundRect">
            <a:avLst>
              <a:gd name="adj" fmla="val 18195"/>
            </a:avLst>
          </a:prstGeom>
          <a:solidFill>
            <a:srgbClr val="374151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20727" y="2424559"/>
            <a:ext cx="9461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Grounding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80399" y="2419796"/>
            <a:ext cx="997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2-Track 검색 Fallback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2884736"/>
            <a:ext cx="8128099" cy="425351"/>
          </a:xfrm>
          <a:prstGeom prst="roundRect">
            <a:avLst>
              <a:gd name="adj" fmla="val 17915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1851" y="3011686"/>
            <a:ext cx="29000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Layer에 Circuit Breaker 적용 - 장애 자동 격리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5876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320576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Fallback: 절대 실패하지 않는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0505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5702" y="11235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8802" y="993577"/>
            <a:ext cx="7747248" cy="393502"/>
          </a:xfrm>
          <a:prstGeom prst="roundRect">
            <a:avLst>
              <a:gd name="adj" fmla="val 1613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1202" y="1095077"/>
            <a:ext cx="7591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Lookup - 기존 프로필 즉시 반환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63443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5702" y="170735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8802" y="1488579"/>
            <a:ext cx="7747248" cy="571202"/>
          </a:xfrm>
          <a:prstGeom prst="roundRect">
            <a:avLst>
              <a:gd name="adj" fmla="val 1111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1202" y="1590080"/>
            <a:ext cx="7591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+ Gemini 병렬 검색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1202" y="1805880"/>
            <a:ext cx="7591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외부 정보 수집 (Cross-Coverage)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28808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5702" y="23610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8802" y="2161282"/>
            <a:ext cx="7747248" cy="533102"/>
          </a:xfrm>
          <a:prstGeom prst="roundRect">
            <a:avLst>
              <a:gd name="adj" fmla="val 11911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1202" y="2262783"/>
            <a:ext cx="7591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Synthesis + Consensus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1202" y="2440484"/>
            <a:ext cx="7591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소스 합성 및 충돌 해결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285288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5702" y="292581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8802" y="2795885"/>
            <a:ext cx="7747248" cy="393502"/>
          </a:xfrm>
          <a:prstGeom prst="roundRect">
            <a:avLst>
              <a:gd name="adj" fmla="val 1613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41202" y="2897386"/>
            <a:ext cx="7591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Merge - LLM 없이 결정론적 병합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950" y="334788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5702" y="342081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8802" y="3290888"/>
            <a:ext cx="7747248" cy="393502"/>
          </a:xfrm>
          <a:prstGeom prst="roundRect">
            <a:avLst>
              <a:gd name="adj" fmla="val 1613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41202" y="3392388"/>
            <a:ext cx="7591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 - 최소 프로필 반드시 반환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950" y="4319290"/>
            <a:ext cx="8128099" cy="444401"/>
          </a:xfrm>
          <a:prstGeom prst="roundRect">
            <a:avLst>
              <a:gd name="adj" fmla="val 17147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4779" y="4446240"/>
            <a:ext cx="7254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"Perplexity가 죽어도, Gemini가 죽어도, Claude가 죽어도 서비스는 계속"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5876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320576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3-Agent 병렬 시그널 추출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93577"/>
            <a:ext cx="2590949" cy="1977926"/>
          </a:xfrm>
          <a:prstGeom prst="roundRect">
            <a:avLst>
              <a:gd name="adj" fmla="val 513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17389"/>
            <a:ext cx="259094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193602"/>
            <a:ext cx="355550" cy="355550"/>
          </a:xfrm>
          <a:prstGeom prst="roundRect">
            <a:avLst>
              <a:gd name="adj" fmla="val 17860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2985" y="1285577"/>
            <a:ext cx="112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350" y="162535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1828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시그널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350" y="2057102"/>
            <a:ext cx="228614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KYC_REFRESH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OVERDUE_FLAG_ON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LOAN_EXPOSURE_CHANGE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COLLATERAL_CHANGE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OWNERSHIP_CHANGE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76600" y="993577"/>
            <a:ext cx="2590949" cy="1977926"/>
          </a:xfrm>
          <a:prstGeom prst="roundRect">
            <a:avLst>
              <a:gd name="adj" fmla="val 513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76600" y="1017389"/>
            <a:ext cx="259094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193602"/>
            <a:ext cx="355550" cy="355550"/>
          </a:xfrm>
          <a:prstGeom prst="roundRect">
            <a:avLst>
              <a:gd name="adj" fmla="val 17860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85567" y="1285577"/>
            <a:ext cx="432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62535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828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시그널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057102"/>
            <a:ext cx="228614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INDUSTRY_SHOCK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전체 영향 분석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리스크 감지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동향 파악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5250" y="993577"/>
            <a:ext cx="2590949" cy="1977926"/>
          </a:xfrm>
          <a:prstGeom prst="roundRect">
            <a:avLst>
              <a:gd name="adj" fmla="val 513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45250" y="1017389"/>
            <a:ext cx="2590949" cy="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7650" y="1193602"/>
            <a:ext cx="355550" cy="355550"/>
          </a:xfrm>
          <a:prstGeom prst="roundRect">
            <a:avLst>
              <a:gd name="adj" fmla="val 17860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4600" y="1285577"/>
            <a:ext cx="103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7650" y="162535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7650" y="1828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시그널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7650" y="2057102"/>
            <a:ext cx="228614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POLICY_REGULATION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 Profile 기반 필터링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카테고리 조건부 검색</a:t>
            </a:r>
            <a:endParaRPr lang="en-US" sz="8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지정학적 리스크 감지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7950" y="3876973"/>
            <a:ext cx="8128099" cy="631627"/>
          </a:xfrm>
          <a:prstGeom prst="roundRect">
            <a:avLst>
              <a:gd name="adj" fmla="val 12064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13953" y="4003923"/>
            <a:ext cx="876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 to 12s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13953" y="4238774"/>
            <a:ext cx="8768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시그널 추출 시간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91282" y="4003923"/>
            <a:ext cx="443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1282" y="4238774"/>
            <a:ext cx="4431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개선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33725" y="4003923"/>
            <a:ext cx="9972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ThreadPool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33725" y="4238774"/>
            <a:ext cx="9972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처리 엔진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4253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핵심 기술 설명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49226"/>
            <a:ext cx="3962549" cy="856804"/>
          </a:xfrm>
          <a:prstGeom prst="roundRect">
            <a:avLst>
              <a:gd name="adj" fmla="val 88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949226"/>
            <a:ext cx="0" cy="85680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101626"/>
            <a:ext cx="3692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Grounding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8450" y="1323826"/>
            <a:ext cx="369204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 실시간 Google 검색 능력 부여. 학습 데이터 이후 정보도 검색 가능.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932980"/>
            <a:ext cx="3962549" cy="856804"/>
          </a:xfrm>
          <a:prstGeom prst="roundRect">
            <a:avLst>
              <a:gd name="adj" fmla="val 88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932980"/>
            <a:ext cx="0" cy="85680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450" y="2085380"/>
            <a:ext cx="3692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8450" y="2307580"/>
            <a:ext cx="369204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서버 데이터 관리. 캐싱, 자동 재시도, 백그라운드 갱신 자동화.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916734"/>
            <a:ext cx="3962549" cy="856804"/>
          </a:xfrm>
          <a:prstGeom prst="roundRect">
            <a:avLst>
              <a:gd name="adj" fmla="val 88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916734"/>
            <a:ext cx="0" cy="85680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450" y="3069134"/>
            <a:ext cx="3692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8450" y="3291334"/>
            <a:ext cx="369204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무거운 작업을 백그라운드 Worker에서 처리. 웹서버 블로킹 없음.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3650" y="949226"/>
            <a:ext cx="3962549" cy="691902"/>
          </a:xfrm>
          <a:prstGeom prst="roundRect">
            <a:avLst>
              <a:gd name="adj" fmla="val 1101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2700" y="949226"/>
            <a:ext cx="0" cy="691902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150" y="1101626"/>
            <a:ext cx="3692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ThreadPoolExecutor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150" y="1323826"/>
            <a:ext cx="369204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병렬 처리. 3개 Agent와 2개 검색을 동시 실행.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3650" y="1768078"/>
            <a:ext cx="3962549" cy="691902"/>
          </a:xfrm>
          <a:prstGeom prst="roundRect">
            <a:avLst>
              <a:gd name="adj" fmla="val 1101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700" y="1768078"/>
            <a:ext cx="0" cy="69190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150" y="1920478"/>
            <a:ext cx="3692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150" y="2142679"/>
            <a:ext cx="369204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Provider별 장애 자동 격리. 3회 실패 시 5분간 차단 후 Fallback.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73650" y="2586930"/>
            <a:ext cx="3962549" cy="856804"/>
          </a:xfrm>
          <a:prstGeom prst="roundRect">
            <a:avLst>
              <a:gd name="adj" fmla="val 88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2700" y="2586930"/>
            <a:ext cx="0" cy="85680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150" y="2739330"/>
            <a:ext cx="3692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150" y="2961531"/>
            <a:ext cx="369204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벡터 검색. 유사 케이스 검색으로 인사이트 품질 향상.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8251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320576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9-Stage Analysis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4595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0443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6246" y="109820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88802" y="1022152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8802" y="1155502"/>
            <a:ext cx="6479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 데이터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00200" y="1088827"/>
            <a:ext cx="149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20033" y="1079302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7734" y="94595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99234" y="10443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6030" y="109820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78585" y="1022152"/>
            <a:ext cx="75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DOC_INGEST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78585" y="1155502"/>
            <a:ext cx="757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파싱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497884" y="108882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09816" y="1079302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7517" y="955477"/>
            <a:ext cx="2548682" cy="381000"/>
          </a:xfrm>
          <a:prstGeom prst="roundRect">
            <a:avLst>
              <a:gd name="adj" fmla="val 13333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9018" y="10443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65813" y="109820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68368" y="1031677"/>
            <a:ext cx="634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68368" y="1165027"/>
            <a:ext cx="6348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 Profile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66967" y="108882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142220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451" y="15205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6246" y="157445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88802" y="1498402"/>
            <a:ext cx="628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8802" y="1631752"/>
            <a:ext cx="6283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검색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581001" y="15650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20033" y="1555552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7734" y="142220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9234" y="15205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76030" y="157445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78585" y="1498402"/>
            <a:ext cx="5691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78585" y="1631752"/>
            <a:ext cx="5691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컨텍스트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12741" y="15650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9816" y="1555552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7517" y="142220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89018" y="15205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65813" y="157445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68368" y="1498402"/>
            <a:ext cx="524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68368" y="1631752"/>
            <a:ext cx="524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3-Agent 병렬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58323" y="15650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950" y="1907977"/>
            <a:ext cx="2548682" cy="3810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09451" y="19968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6246" y="205070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88802" y="1984177"/>
            <a:ext cx="695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88802" y="2117527"/>
            <a:ext cx="6952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646634" y="204132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120033" y="2031802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97734" y="189845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399234" y="19968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476030" y="205070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678585" y="1974652"/>
            <a:ext cx="4784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78585" y="2108002"/>
            <a:ext cx="478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임베딩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223891" y="204132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909816" y="2031802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87517" y="1898452"/>
            <a:ext cx="2548682" cy="400050"/>
          </a:xfrm>
          <a:prstGeom prst="roundRect">
            <a:avLst>
              <a:gd name="adj" fmla="val 12698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89018" y="19968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65813" y="205070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468368" y="1974652"/>
            <a:ext cx="5691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68368" y="2108002"/>
            <a:ext cx="5691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인사이트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102525" y="204132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7950" y="4016573"/>
            <a:ext cx="8128099" cy="492026"/>
          </a:xfrm>
          <a:prstGeom prst="roundRect">
            <a:avLst>
              <a:gd name="adj" fmla="val 15487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015901" y="4195911"/>
            <a:ext cx="1140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Processing Time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41256" y="4143524"/>
            <a:ext cx="19245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120s to 50s (58% 개선)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4253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3분 시연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4922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8891" y="103495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350" y="949226"/>
            <a:ext cx="3083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트리거 (30초)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350" y="1174552"/>
            <a:ext cx="30831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ID 입력 - 9단계 자동 시작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54915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891" y="163487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350" y="1549152"/>
            <a:ext cx="3083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진행 (1분)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1350" y="1774478"/>
            <a:ext cx="30831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- SIGNAL - DONE 프로그레스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14907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8891" y="22348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1350" y="2149078"/>
            <a:ext cx="3083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 (1분 30초)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350" y="2374404"/>
            <a:ext cx="30831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Inbox + Corp Profile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68850" y="949226"/>
            <a:ext cx="4267200" cy="673001"/>
          </a:xfrm>
          <a:prstGeom prst="roundRect">
            <a:avLst>
              <a:gd name="adj" fmla="val 1132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21250" y="1101626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/api/v1/jobs/analyze/run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1250" y="1285726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{ "corp_id": "8001-3719240" 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68850" y="1749177"/>
            <a:ext cx="4267200" cy="1536353"/>
          </a:xfrm>
          <a:prstGeom prst="roundRect">
            <a:avLst>
              <a:gd name="adj" fmla="val 496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1250" y="1901577"/>
            <a:ext cx="40416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1250" y="2193578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signal_type: ENVIRONMENT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1250" y="2377678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event_type: POLICY_REGULATION_CHANGE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1250" y="2561779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미국 IRA법 배터리 공급망 영향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1250" y="2764929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impact_direction: 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1250" y="2949029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HIGH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6154" y="830312"/>
            <a:ext cx="597169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rKYC Multi-Agent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35806" y="1500188"/>
            <a:ext cx="42722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"절대 실패하지 않는 금융 리스크 분석 AI"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830" y="2185988"/>
            <a:ext cx="7259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07830" y="2671763"/>
            <a:ext cx="725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개선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1943" y="2185988"/>
            <a:ext cx="12903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921943" y="2671763"/>
            <a:ext cx="129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4347" y="2185988"/>
            <a:ext cx="13499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3-Agent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94347" y="2671763"/>
            <a:ext cx="1349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처리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0163" y="2185988"/>
            <a:ext cx="907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30163" y="2671763"/>
            <a:ext cx="90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분석당 비용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52341" y="3224213"/>
            <a:ext cx="2639318" cy="564952"/>
          </a:xfrm>
          <a:prstGeom prst="roundRect">
            <a:avLst>
              <a:gd name="adj" fmla="val 13488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09541" y="3401913"/>
            <a:ext cx="17594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- Q and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76898" y="4170164"/>
            <a:ext cx="11804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rkyc-wine.vercel.app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42136" y="4170164"/>
            <a:ext cx="943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rKYC Multi-Agent Architecture</dc:title>
  <dc:subject>Hackathon 2026 Presentation</dc:subject>
  <dc:creator>rKYC Team</dc:creator>
  <cp:lastModifiedBy>rKYC Team</cp:lastModifiedBy>
  <cp:revision>1</cp:revision>
  <dcterms:created xsi:type="dcterms:W3CDTF">2026-02-06T17:25:46Z</dcterms:created>
  <dcterms:modified xsi:type="dcterms:W3CDTF">2026-02-06T17:25:46Z</dcterms:modified>
</cp:coreProperties>
</file>